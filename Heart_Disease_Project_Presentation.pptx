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60" y="-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99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AA112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26280"/>
            <a:ext cx="3657600" cy="3657600"/>
          </a:xfrm>
          <a:prstGeom prst="ellipse">
            <a:avLst/>
          </a:prstGeom>
          <a:solidFill>
            <a:srgbClr val="AA11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2240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Mini-Project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08555" y="2811780"/>
            <a:ext cx="5486400" cy="899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Mini-Project | Group Project</a:t>
            </a:r>
            <a:endParaRPr lang="en-US" sz="1300" i="1" dirty="0">
              <a:solidFill>
                <a:srgbClr val="FCE4E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25096" y="4589929"/>
            <a:ext cx="5486400" cy="16329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CE4E4"/>
                </a:solidFill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>
              <a:solidFill>
                <a:srgbClr val="FCE4E4"/>
              </a:solidFill>
              <a:highlight>
                <a:srgbClr val="C0C0C0"/>
              </a:highlight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EBENEZER ROHI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 NJOROGE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 KIPRONO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 KIPROP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JEROP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GITONGA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C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 MOGERE</a:t>
            </a:r>
          </a:p>
          <a:p>
            <a:pPr marL="0" indent="0">
              <a:buNone/>
            </a:pPr>
            <a:endParaRPr lang="en-US" sz="1300" dirty="0">
              <a:solidFill>
                <a:srgbClr val="FCE4E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FCE4E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FCE4E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9494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</a:rPr>
              <a:t>The Problem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6454F"/>
                </a:solidFill>
              </a:rPr>
              <a:t>Cardiovascular disease is a leading global cause of death. Early risk identification improves treatment outcomes.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</a:rPr>
              <a:t>The Goal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36454F"/>
                </a:solidFill>
              </a:rPr>
              <a:t>Build a binary classification model to predict heart disease presence from clinical measurements.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</a:rPr>
              <a:t>Task Type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</a:rPr>
              <a:t>Supervised Classification (0 = No Disease, 1 = Disease Present)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1280160"/>
            <a:ext cx="3840480" cy="4937760"/>
          </a:xfrm>
          <a:prstGeom prst="roundRect">
            <a:avLst>
              <a:gd name="adj" fmla="val 1905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508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0" y="210312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</a:rPr>
              <a:t>Supports early screening in resource-limited settings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</a:rPr>
              <a:t>Complements (not replaces) physician diagnosis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</a:rPr>
              <a:t>Demonstrates full real-world AI development lifecycle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CF6F5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08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Raw 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3716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CF6F5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508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29000" y="2331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CF6F5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508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0" y="2331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Clinical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06840" y="13716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CF6F5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06840" y="1508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06840" y="2331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Target Variable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</a:rPr>
              <a:t>Dataset Fields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Age, Gender, Chest Pain 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Resting BP, Cholesterol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Max Heart Rate, ST Depression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Exercise-Induced Angina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6454F"/>
                </a:solidFill>
              </a:rPr>
              <a:t>Target: Heart_Disease (0/1)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29184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CE4E4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</a:rPr>
              <a:t>Why This Dataset?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0233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</a:rPr>
              <a:t>Styled after well-known public heart disease datasets (UCI/Kaggle schema). Realistic, moderately messy — ideal for demonstrating the full cleaning-to-deployment workflow.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17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</a:rPr>
              <a:t>Issues Found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"unknown" values mixed into 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Inconsistent casing: male/Male/FEMALE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Mixed target labels: zero/one/0/1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13 exact duplicate rows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Missing values across every column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Outliers in clinical measurements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Actions Taken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196596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0F0"/>
                </a:solidFill>
              </a:rPr>
              <a:t>Standardized text casing across categories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0F0"/>
                </a:solidFill>
              </a:rPr>
              <a:t>Mapped target labels to clean 0/1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0F0"/>
                </a:solidFill>
              </a:rPr>
              <a:t>Dropped rows with missing target label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0F0"/>
                </a:solidFill>
              </a:rPr>
              <a:t>Removed duplicate rows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0F0"/>
                </a:solidFill>
              </a:rPr>
              <a:t>Imputed missing values (median/mode)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0F0"/>
                </a:solidFill>
              </a:rPr>
              <a:t>Capped outliers using IQR method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990011"/>
                </a:solidFill>
              </a:rPr>
              <a:t>1,020 rows  →  769 clean rows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pic>
        <p:nvPicPr>
          <p:cNvPr id="3" name="Image 0" descr="/home/claude/HeartDiseaseProject/visuals/03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1097280"/>
            <a:ext cx="4907280" cy="4206240"/>
          </a:xfrm>
          <a:prstGeom prst="rect">
            <a:avLst/>
          </a:prstGeom>
        </p:spPr>
      </p:pic>
      <p:pic>
        <p:nvPicPr>
          <p:cNvPr id="4" name="Image 1" descr="/home/claude/HeartDiseaseProject/visuals/02_ag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5120640" cy="3413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539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</a:rPr>
              <a:t>Correlation Heatmap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309360" y="539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</a:rPr>
              <a:t>Age Distribution by Target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40080" y="5852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</a:rPr>
              <a:t>No single feature shows a dominant linear correlation with the target — a signal revisited in Results &amp; Insights.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</a:rPr>
              <a:t>One-Hot Encoding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</a:rPr>
              <a:t>Gender, Chest Pain Type, and Exercise-Induced Angina converted to binary columns.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</a:rPr>
              <a:t>Age Grouping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20574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</a:rPr>
              <a:t>Age binned into clinically meaningful ranges: &lt;40, 40-55, 56-70, 70+.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</a:rPr>
              <a:t>Cholesterol Flag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</a:rPr>
              <a:t>New binary feature flagging cholesterol above the clinical threshold of 240 mg/dl.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37490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3C7E"/>
                </a:solidFill>
              </a:rPr>
              <a:t>Feature Scaling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44348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</a:rPr>
              <a:t>Numeric features standardized (z-score) — scaler fit only on training data to avoid leakage.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990011"/>
                </a:solidFill>
              </a:rPr>
              <a:t>Final feature set: 14 columns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965960" cy="19659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Logistic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Regression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463040"/>
            <a:ext cx="1965960" cy="19659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146304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Tree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463040"/>
            <a:ext cx="1965960" cy="19659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46304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Forest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463040"/>
            <a:ext cx="1965960" cy="19659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146304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SVM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92640" y="1463040"/>
            <a:ext cx="1965960" cy="19659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9692640" y="146304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 Forest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(Tuned)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FC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233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F3C7E"/>
                </a:solidFill>
              </a:rPr>
              <a:t>Training Setup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80/20 stratified train-test split, preserving class balance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Fixed random seed (42) for reproducibility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Random Forest hyperparameters tuned via 5-fold GridSearchCV (n_estimators, max_depth, min_samples_split), optimizing F1-score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6035040" cy="2788920"/>
        </p:xfrm>
        <a:graphic>
          <a:graphicData uri="http://schemas.openxmlformats.org/drawingml/2006/table">
            <a:tbl>
              <a:tblPr/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Decision Tree (Best)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0.571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0.576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0.620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0.598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Random Forest (Tuned)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0.519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0.527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0.608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0.565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Random Forest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0.539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0.551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0.544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0.548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Logistic Regression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0.448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0.468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0.557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0.509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SVM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0.442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0.457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0.468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</a:rPr>
                        <a:t>0.463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Image 0" descr="/home/claude/HeartDiseaseProject/visuals/07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80" y="1188720"/>
            <a:ext cx="4800600" cy="38404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4023360"/>
            <a:ext cx="6035040" cy="2286000"/>
          </a:xfrm>
          <a:prstGeom prst="roundRect">
            <a:avLst>
              <a:gd name="adj" fmla="val 3200"/>
            </a:avLst>
          </a:prstGeom>
          <a:solidFill>
            <a:srgbClr val="2F3C7E"/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42519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Decision Tree selected as final model — highest F1-score (0.598) among all candidates.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Interpretation &amp; Insights</a:t>
            </a:r>
            <a:endParaRPr lang="en-US" sz="2600" dirty="0"/>
          </a:p>
        </p:txBody>
      </p:sp>
      <p:pic>
        <p:nvPicPr>
          <p:cNvPr id="3" name="Image 0" descr="/home/claude/HeartDiseaseProject/visuals/08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1051560"/>
            <a:ext cx="490728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</a:rPr>
              <a:t>Top Feature Importances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309360" y="1051560"/>
            <a:ext cx="5303520" cy="4663440"/>
          </a:xfrm>
          <a:prstGeom prst="roundRect">
            <a:avLst>
              <a:gd name="adj" fmla="val 1569"/>
            </a:avLst>
          </a:prstGeom>
          <a:solidFill>
            <a:srgbClr val="FCE4E4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234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</a:rPr>
              <a:t>Honest Assessment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29400" y="18288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Performance is modest (F1 ≈ 0.60) — only somewhat above random baseline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Likely due to small dataset size (769 rows) and weak/non-linear feature-target relationships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This is a valuable insight, not a failure: real clinical tools need larger, higher-quality labeled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Model should support, never replace, physician diagnosis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Streamlit Web App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0F0F0"/>
                </a:solidFill>
              </a:rPr>
              <a:t>User enters patient clinical details via a simple form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0F0F0"/>
                </a:solidFill>
              </a:rPr>
              <a:t>App returns predicted risk + probability instantly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0F0F0"/>
                </a:solidFill>
              </a:rPr>
              <a:t>Loads the exact trained model, scaler &amp; feature order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F0F0F0"/>
                </a:solidFill>
              </a:rPr>
              <a:t>Runs locally: streamlit run app/app.py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</a:rPr>
              <a:t>Inputs → Output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6454F"/>
                </a:solidFill>
              </a:rPr>
              <a:t>Age, Gender, Chest Pain Type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6454F"/>
                </a:solidFill>
              </a:rPr>
              <a:t>Resting BP, Cholesterol, Max HR</a:t>
            </a:r>
            <a:endParaRPr lang="en-US" sz="13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6454F"/>
                </a:solidFill>
              </a:rPr>
              <a:t>ST Depression, Exercise Angina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3657600"/>
            <a:ext cx="420624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</a:rPr>
              <a:t>→ Risk Prediction + Probability 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5394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(Educational demo — not a medical diagnostic tool)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AA11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Learnings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Completed the full AI development lifecycle: problem definition → data cleaning → EDA → feature engineering → modeling → evaluation → deployment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Learned to handle real-world messy data: inconsistent formats, ambiguous labels, missing values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Practiced transparent reporting of model limitations, not just showcasing strong results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Delivered a usable, interactive deployment — not just a notebook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E4E4"/>
                </a:solidFill>
              </a:rPr>
              <a:t>GitHub Repository: ______________________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2011680"/>
            <a:ext cx="2286000" cy="22860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20116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FFFF"/>
                </a:solidFill>
              </a:rPr>
              <a:t>♥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712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</dc:title>
  <dc:subject>PptxGenJS Presentation</dc:subject>
  <dc:creator>AI Mini-Project Team</dc:creator>
  <cp:lastModifiedBy>marskuc</cp:lastModifiedBy>
  <cp:revision>3</cp:revision>
  <dcterms:created xsi:type="dcterms:W3CDTF">2026-07-05T12:35:32Z</dcterms:created>
  <dcterms:modified xsi:type="dcterms:W3CDTF">2026-07-05T13:09:15Z</dcterms:modified>
</cp:coreProperties>
</file>